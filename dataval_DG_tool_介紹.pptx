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dataval 是一套 ClickHouse 資料設計治理工具：吃 DDL、表間關聯與語意描述，輸出「合不合規、為什麼、怎麼修」的報告。核心原則只有一句 —— 合規判定完全由確定性規則決定，LLM 只能在顧問區給建議、永遠不會擋。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五段式：先講定位與流程，再講有無工具的差別，接著是現在能做什麼、未來怎麼推展，最後收在省下什麼與 scope。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第一段先把工具的位置講清楚，否則後面的功能聽起來會像一堆散的檢查。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兩區架構是整包工具最重要的一條線。閘門區完全不碰 LLM，所以報告可以拿去稽核；顧問區負責「機器判不出來、但一定要有人想過」的語意問題。程式層還有 _enforce_zone 當第二道保險，就算 LLM 回傳說自己是 blocking，也會被降回 info。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跑完三步才算一份完整報告。②是唯一需要 LLM 的一步，也是最貴的一步 —— 工具會告訴你哪些主題可以沿用上一輪的顧問區、哪些真的要重做。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工具不是來取代人的判斷，是把「重複而且機器判得出來的部分」全部接走，讓人專心在真正需要討論的語意與邊界問題上。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同一個痛點在設計階段與治理階段長得不一樣，所以分開講。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設計模式解決的是「從零開始沒有方法論」的問題。最關鍵的一項是正式區資產會被強制讀到 —— 這直接壓掉重複造表。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治理模式最大的差別不是「檢查得比較多」，而是「結論可重現、依據查得到」。這才讓它能被放進 PR 流程當閘門。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這四個數字現在會隨 config 成長而變大，唯一不會變的是「規則長什麼樣，結果就長什麼樣」。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這一段是實際操作，講完大家應該能自己跑起來。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最常見的錯誤是資料夾叫 my_subject，SQL 卻叫 schema.sql —— 工具會找不到它，當成「還沒有 DDL」而跑去設計模式。主檔名一定要等於資料夾名。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是單一檔案，整包資料夾拿去給別人也打得開，不需要起伺服器。JSON 是給 CI 用的，summary.compliant 一個布林就能決定要不要擋 PR。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這是整個工具裡最容易被低估的功能：它把「我們其實沒講清楚的事」變成有 id、有狀態、有答案的檔案，而且會跟著 input 一起進版控。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黃燈的兩項都不擋人：API 沒接上時七項全部 skipped，報告照出、判定不受影響。這是刻意的設計，治理流程不能被外部平台綁架。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這一段是未來的運作模式，也是這套工具能不能長期活下來的關鍵。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推展的重點不是叫大家多學一個工具，而是把治理塞進他們本來就在用的 PR 流程。報告進 repo，PR 的 reviewer 就有共同的事實基礎可以討論。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推展成敗在於 config 能不能持續長大。三個機制分別解決：改了什麼查得到、新規則不會一上線就擋死人、規則變了舊主體不會悄悄過期。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最後收在「所以這一版能幹嘛、不能幹嘛」。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這六項都可以換算成工時，但更重要的是第五項與第六項 —— 那是過去完全沒有載體、只能靠人記得的東西。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把「不做什麼」講清楚跟講「做什麼」一樣重要 —— 右邊那四條不是還沒做，是刻意不做，它們保證了報告可重現、責任歸屬清楚。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收尾建議：第一輪不要追求通過率，要追求「被擋的項目是不是真的該擋」。校準完 config，之後才推得動。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754880" cy="4754880"/>
          </a:xfrm>
          <a:prstGeom prst="ellipse">
            <a:avLst/>
          </a:prstGeom>
          <a:solidFill>
            <a:srgbClr val="0A5C5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223640"/>
          </a:solidFill>
          <a:ln w="12700">
            <a:solidFill>
              <a:srgbClr val="2236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481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C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GOVERNANCE TOOL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47088"/>
            <a:ext cx="7315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dataval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992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D6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把資料設計的「合不合規」變成可重現、可稽核的閘門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5844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判定用確定性規則 ｜ LLM 只給建議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4773168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223640"/>
          </a:solidFill>
          <a:ln w="12700">
            <a:solidFill>
              <a:srgbClr val="2236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477316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D6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🎨 design mode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84448" y="4773168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0A5C5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448" y="477316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 govern mode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今天講五件事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45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160934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整體流程與 DG tool 定位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95681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這個工具站在資料生命週期的哪一格、它替誰把關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512064" cy="512064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4688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vs After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16736" y="28163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沒有工具以前怎麼做 —— 分 design mode 與 govern mode 兩條線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364992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364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332841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目前狀況與操作方式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367588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三個指令、兩種模式、一份報告，實際能做到什麼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224528"/>
            <a:ext cx="512064" cy="512064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418795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推展到各組別與 config 演進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16736" y="453542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控管、每次設計開 PR，規則庫逐輪變強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0840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504748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這一版省下什麼 ｜ 涵蓋的 scope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16736" y="539496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省下的工與明確的邊界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2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2011680"/>
            <a:ext cx="4023360" cy="4023360"/>
          </a:xfrm>
          <a:prstGeom prst="ellipse">
            <a:avLst/>
          </a:prstGeom>
          <a:solidFill>
            <a:srgbClr val="223640"/>
          </a:solidFill>
          <a:ln w="12700">
            <a:solidFill>
              <a:srgbClr val="2236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02996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2231136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整體流程與 DG tool 定位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30175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它站在哪裡、替誰把關、不做什麼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核心設計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一句話原則：判定用確定性規則，LLM 只給建議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264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同一份輸入永遠得到同一個判定結果 —— 不會今天過、明天不過。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5358384" cy="3950208"/>
          </a:xfrm>
          <a:prstGeom prst="roundRect">
            <a:avLst>
              <a:gd name="adj" fmla="val 2315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39696"/>
            <a:ext cx="493776" cy="49377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1396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21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閘門區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468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Gating zone ｜ 零 LLM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9443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誰產生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048256" y="2916936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確定性規則（Markdown 寫規範、機器執行）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63931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會不會擋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048256" y="3611880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 —— 合規判定只由這一區決定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3342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可重現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048256" y="4306824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 DDL＋同規則集，結果位元組穩定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50292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048256" y="5001768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 · 命名 · 最佳實踐 · SSOT · 血緣 · 中介資料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2784" y="1883664"/>
            <a:ext cx="5358384" cy="3950208"/>
          </a:xfrm>
          <a:prstGeom prst="roundRect">
            <a:avLst>
              <a:gd name="adj" fmla="val 2315"/>
            </a:avLst>
          </a:prstGeom>
          <a:solidFill>
            <a:srgbClr val="FAE8D6"/>
          </a:solidFill>
          <a:ln w="12700">
            <a:solidFill>
              <a:srgbClr val="FAE8D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47104" y="2139696"/>
            <a:ext cx="493776" cy="493776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47104" y="21396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87184" y="2121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顧問區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2468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Advisory zone ｜ LLM 語意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47104" y="29443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誰產生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54112" y="2916936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讀語意描述與 config 素材後給建議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47104" y="363931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會不會擋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754112" y="3611880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永不擋 —— 一律 info，只是提示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43342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可重現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754112" y="4306824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否，但被 _enforce_zone 強制降為 info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547104" y="50292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754112" y="5001768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主體抓對沒、命名語意、口徑、複用判讀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整體流程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一條主流程：從一份 DDL 到一個已核准的主體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38528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76656" y="210312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放輸入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input/&lt;名&gt;/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三件必備＋樣本選填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41401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32304" y="1938528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42032" y="210312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前置檢核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523744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存在／可解析／一致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缺件即止，exit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97096" y="241401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97680" y="1938528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07408" y="210312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閘門區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確定性規則全跑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 LLM、會擋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062472" y="241401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63056" y="1938528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AE8D6"/>
          </a:solidFill>
          <a:ln w="12700">
            <a:solidFill>
              <a:srgbClr val="FAE8D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72784" y="210312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顧問區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補語意建議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一律 info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27848" y="241401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28432" y="1938528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38160" y="210312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三式報告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119872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md／json／html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＋問答迭代收斂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793224" y="241401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893808" y="1938528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03536" y="210312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晉升正式區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985248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production/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全域血緣＋健檢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3767328"/>
            <a:ext cx="11055096" cy="1810512"/>
          </a:xfrm>
          <a:prstGeom prst="roundRect">
            <a:avLst>
              <a:gd name="adj" fmla="val 5051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77824" y="3950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三個指令就是全部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77824" y="4370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[subject]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047488" y="43708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閘門區判定＋產報告（零 LLM）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77824" y="4754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（agent 補完顧問區）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047488" y="47548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讀 advisory_prompt.md → 產 advisory_result.json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77824" y="5138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merge_advisory.py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047488" y="51389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合併顧問建議、重繪三式報告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DG tool 站在「設計完成」與「上線」之間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58384" cy="2670048"/>
          </a:xfrm>
          <a:prstGeom prst="roundRect">
            <a:avLst>
              <a:gd name="adj" fmla="val 3425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10512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1810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它取代的是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395728"/>
            <a:ext cx="4736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靠記憶與資歷的人工 DDL review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散在 wiki／口頭傳承的規範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每次結論都不一樣的設計會議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上線前才想起來的 checklist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2784" y="1572768"/>
            <a:ext cx="5358384" cy="2670048"/>
          </a:xfrm>
          <a:prstGeom prst="roundRect">
            <a:avLst>
              <a:gd name="adj" fmla="val 3425"/>
            </a:avLst>
          </a:prstGeom>
          <a:solidFill>
            <a:srgbClr val="FAE8D6"/>
          </a:solidFill>
          <a:ln w="12700">
            <a:solidFill>
              <a:srgbClr val="FAE8D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47104" y="1810512"/>
            <a:ext cx="457200" cy="457200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4710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810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它不取代的是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95728"/>
            <a:ext cx="4736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業務語意的最終決定權（人說了算）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使用者自己的權威輸入（不代寫）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資料內容品質監控（那是 ETL 的事）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架構取捨的討論（工具只把問題問出來）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443984"/>
            <a:ext cx="11055096" cy="1481328"/>
          </a:xfrm>
          <a:prstGeom prst="roundRect">
            <a:avLst>
              <a:gd name="adj" fmla="val 6173"/>
            </a:avLst>
          </a:prstGeom>
          <a:solidFill>
            <a:srgbClr val="18272F"/>
          </a:solidFill>
          <a:ln w="12700">
            <a:solidFill>
              <a:srgbClr val="1827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6112" y="4645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一句話定位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95604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把「資料治理」從一種需要資深工程師在場的能力，變成任何人都跑得動、結果查得到依據的流程。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2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2011680"/>
            <a:ext cx="4023360" cy="4023360"/>
          </a:xfrm>
          <a:prstGeom prst="ellipse">
            <a:avLst/>
          </a:prstGeom>
          <a:solidFill>
            <a:srgbClr val="223640"/>
          </a:solidFill>
          <a:ln w="12700">
            <a:solidFill>
              <a:srgbClr val="2236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02996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2231136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vs After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30175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沒有工具以前怎麼做 —— 拆成 design 與 govern 兩條線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vs AFTER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🎨 design mode：只有想法、還沒有 DDL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358384" cy="4315968"/>
          </a:xfrm>
          <a:prstGeom prst="roundRect">
            <a:avLst>
              <a:gd name="adj" fmla="val 2119"/>
            </a:avLst>
          </a:prstGeom>
          <a:solidFill>
            <a:srgbClr val="F3E0DB"/>
          </a:solidFill>
          <a:ln w="12700">
            <a:solidFill>
              <a:srgbClr val="F3E0DB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73936"/>
            <a:ext cx="457200" cy="457200"/>
          </a:xfrm>
          <a:prstGeom prst="ellipse">
            <a:avLst/>
          </a:prstGeom>
          <a:solidFill>
            <a:srgbClr val="A8452C"/>
          </a:solidFill>
          <a:ln w="12700">
            <a:solidFill>
              <a:srgbClr val="A845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1773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過去：從白紙開始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340864"/>
            <a:ext cx="4736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開會口頭討論，結論留在某個人的腦袋裡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直接跳進去寫 DDL —— 沒有邏輯設計、沒有實體設計文件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「這個表是不是有人做過了？」沒人答得出來，重複造表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命名與型別靠模仿隔壁的表，慣例隨人而異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ETL 的更新頻率／資源／owner 事後才補，散在各處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設計理由沒有留檔，三個月後沒人記得為什麼這樣切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2784" y="1536192"/>
            <a:ext cx="5358384" cy="4315968"/>
          </a:xfrm>
          <a:prstGeom prst="roundRect">
            <a:avLst>
              <a:gd name="adj" fmla="val 2119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47104" y="1773936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47104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773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現在：寫一份 context.md 就開工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40864"/>
            <a:ext cx="4736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資料夾裡沒有 .sql → 自動進設計模式，不必下參數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產出邏輯設計（給業務看）與實體設計（給工程師看）兩份文件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草稿 DDL、relations 草稿、逐表拆檔，可直接拿去用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設計故事：為什麼這樣設計、取捨在哪、出處是哪個 config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順手產 etl.yaml —— 沒資訊也長殼，缺的欄位變成待答問題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正式區資產是「必讀素材」，設計前一定會掃到別人做過的表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vs AFTER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 govern mode：已經有 DDL，要確認合不合規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358384" cy="4315968"/>
          </a:xfrm>
          <a:prstGeom prst="roundRect">
            <a:avLst>
              <a:gd name="adj" fmla="val 2119"/>
            </a:avLst>
          </a:prstGeom>
          <a:solidFill>
            <a:srgbClr val="F3E0DB"/>
          </a:solidFill>
          <a:ln w="12700">
            <a:solidFill>
              <a:srgbClr val="F3E0DB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73936"/>
            <a:ext cx="457200" cy="457200"/>
          </a:xfrm>
          <a:prstGeom prst="ellipse">
            <a:avLst/>
          </a:prstGeom>
          <a:solidFill>
            <a:srgbClr val="A8452C"/>
          </a:solidFill>
          <a:ln w="12700">
            <a:solidFill>
              <a:srgbClr val="A845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1773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過去：人工 review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340864"/>
            <a:ext cx="4736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DDL 丟進 PR，靠 reviewer 逐行看 —— 品質取決於今天誰有空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 DDL 換個人看，結論可能不一樣、也說不出依據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規範寫在 wiki，但沒人記得第幾條、也沒人知道有沒有改過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跨表的問題（血緣、join key 型別、循環）只能靠腦補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SSOT 爭議（誰才是權威）每次重吵一次，吵完沒有留檔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owner／標籤／血緣／品質檢查，上線當天才發現沒做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2784" y="1536192"/>
            <a:ext cx="5358384" cy="4315968"/>
          </a:xfrm>
          <a:prstGeom prst="roundRect">
            <a:avLst>
              <a:gd name="adj" fmla="val 2119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47104" y="1773936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47104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773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現在：跑一個指令，拿一份可稽核報告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40864"/>
            <a:ext cx="4736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每條檢查都有 checking rule ID、期望值、實際值與修法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每一項都寫明依據來自哪個檔案 —— 點開就能讀規範原文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跨表能力內建：血緣、循環、基數對樣本實檢、全域關聯圖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SSOT 爭議變成 answers.yaml 的一題，答過就不再重問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中介資料七項收在「上線前必檢查」，兩秒看完還缺什麼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晉升時記錄卡控結果碼＋規則版本碼，事後追得出因果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差別總結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從「看人」變成「看規則」的四個數字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88336" cy="3785616"/>
          </a:xfrm>
          <a:prstGeom prst="roundRect">
            <a:avLst>
              <a:gd name="adj" fmla="val 3401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2121408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0A5C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70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34015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條規則在 config 裡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3877056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context 宣告的 domain 自動載入，報告會列出載了幾條、漏了哪些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74136" y="1645920"/>
            <a:ext cx="2688336" cy="3785616"/>
          </a:xfrm>
          <a:prstGeom prst="roundRect">
            <a:avLst>
              <a:gd name="adj" fmla="val 3401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2121408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7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4015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類確定性檢查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75304" y="3877056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 · 命名 · 最佳實踐 · SSOT，全部零 LLM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645920"/>
            <a:ext cx="2688336" cy="3785616"/>
          </a:xfrm>
          <a:prstGeom prst="roundRect">
            <a:avLst>
              <a:gd name="adj" fmla="val 3401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27648" y="2121408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0A5C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70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34015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項中介資料治理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3877056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owner／標籤／表描述／欄描述／血緣／授權／品質檢查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88552" y="1645920"/>
            <a:ext cx="2688336" cy="3785616"/>
          </a:xfrm>
          <a:prstGeom prst="roundRect">
            <a:avLst>
              <a:gd name="adj" fmla="val 3401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34856" y="2121408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70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34015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輪迭代上限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877056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待答 0＋待驗證 0＋閘門全過 = 收斂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632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報告位元組穩定：同一份 DDL ＋ 同一份規則集，跑幾次都是同一個結果、同一份檔案。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2011680"/>
            <a:ext cx="4023360" cy="4023360"/>
          </a:xfrm>
          <a:prstGeom prst="ellipse">
            <a:avLst/>
          </a:prstGeom>
          <a:solidFill>
            <a:srgbClr val="223640"/>
          </a:solidFill>
          <a:ln w="12700">
            <a:solidFill>
              <a:srgbClr val="2236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02996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2231136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目前狀況與操作方式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30175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兩種模式、三個指令、一份報告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 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兩種模式互斥，由「資料夾裡有沒有 .sql」自動判定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5096" cy="1115568"/>
          </a:xfrm>
          <a:prstGeom prst="roundRect">
            <a:avLst>
              <a:gd name="adj" fmla="val 8197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00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7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input/my_subject/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4825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my_subject.sql ｜ relations.yaml ｜ context.md  ← 三件必備，缺一不產報告　·　samples/ ｜ answers.yaml ｜ derivation.sql ｜ datahub.yaml  ← 選填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816352"/>
            <a:ext cx="5358384" cy="3035808"/>
          </a:xfrm>
          <a:prstGeom prst="roundRect">
            <a:avLst>
              <a:gd name="adj" fmla="val 3012"/>
            </a:avLst>
          </a:prstGeom>
          <a:solidFill>
            <a:srgbClr val="FAE8D6"/>
          </a:solidFill>
          <a:ln w="12700">
            <a:solidFill>
              <a:srgbClr val="FAE8D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3035808"/>
            <a:ext cx="457200" cy="457200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3035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 .sql → design mode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210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91056" y="360273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context.md（是什麼、粒度、用途、上下游）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41513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它給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91056" y="41330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邏輯設計／實體設計／草稿 DDL／relations 草稿／etl.yaml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" y="4681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產物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91056" y="46634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design_doc/&lt;名&gt;/ ＋ design_report.html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" y="52120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定稿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591056" y="51937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design.sql 存成 &lt;名&gt;.sql → 自動轉治理模式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2784" y="2816352"/>
            <a:ext cx="5358384" cy="3035808"/>
          </a:xfrm>
          <a:prstGeom prst="roundRect">
            <a:avLst>
              <a:gd name="adj" fmla="val 3012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47104" y="3035808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47104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035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.sql → govern mode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6210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96912" y="360273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三件必備輸入（樣本選填，有樣本多做三項實檢）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1513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它給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41330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閘門判定＋顧問建議＋待答問題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681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產物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296912" y="46634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govern_doc/&lt;名&gt;/ ＋ report.{md,json,html}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52120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收斂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96912" y="51937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答完問題＋閘門全過 → 可晉升 production/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 ②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報告怎麼看：從判定卡片往下，每一項都交代得出依據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92224"/>
            <a:ext cx="420624" cy="420624"/>
          </a:xfrm>
          <a:prstGeom prst="ellipse">
            <a:avLst/>
          </a:prstGeom>
          <a:solidFill>
            <a:srgbClr val="A8452C"/>
          </a:solidFill>
          <a:ln w="12700">
            <a:solidFill>
              <a:srgbClr val="A845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81051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上線前必檢查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4086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中介資料七項的狀態磚排在最上面：待補／已完成／待接 API。兩秒回答「我還有哪些事沒做」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572768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792224"/>
            <a:ext cx="420624" cy="42062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2856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93208" y="181051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判定卡片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34086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合規／不合規、被哪幾條規則擋下，以及通過／警告／失敗／略過的計數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572768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792224"/>
            <a:ext cx="420624" cy="42062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851392" y="181051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Checking rule ID 摘要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34086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擋下、警告、通過、略過、顧問五類逐一列出 ID，可直接拿去對照規範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621024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840480"/>
            <a:ext cx="420624" cy="420624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35024" y="385876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規則涵蓋清單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3891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載入並執行幾條／config 共幾條，未載入的標明「所屬域未宣告」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621024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3840480"/>
            <a:ext cx="420624" cy="420624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62856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迭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93208" y="385876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迭代收斂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62856" y="43891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第幾輪／上限五輪、待答與待驗證的題目、與前一輪的變更報告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83296" y="3621024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3840480"/>
            <a:ext cx="420624" cy="420624"/>
          </a:xfrm>
          <a:prstGeom prst="ellipse">
            <a:avLst/>
          </a:prstGeom>
          <a:solidFill>
            <a:srgbClr val="3D555F"/>
          </a:solidFill>
          <a:ln w="12700">
            <a:solidFill>
              <a:srgbClr val="3D55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851392" y="385876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素材足跡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3891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mindmap 標亮本次實際讀過哪些 config，漏讀必讀素材會警告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705856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三式報告：.report.html（單檔互動，雙擊即開、可搜尋可篩選）　·　.report.md（人讀）　·　.report.json（程式讀，可接 CI）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 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報告會反問你：把「講不清楚的事」逼成一題一題的紀錄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139696" cy="1499616"/>
          </a:xfrm>
          <a:prstGeom prst="roundRect">
            <a:avLst>
              <a:gd name="adj" fmla="val 6098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5608" y="1737360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3560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128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run.py 產報告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 LLM，不代填任何答案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7208" y="1572768"/>
            <a:ext cx="2139696" cy="1499616"/>
          </a:xfrm>
          <a:prstGeom prst="roundRect">
            <a:avLst>
              <a:gd name="adj" fmla="val 6098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75888" y="1737360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22128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補顧問區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898648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每題提問附一個「代填答案」草稿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47488" y="1572768"/>
            <a:ext cx="2139696" cy="1499616"/>
          </a:xfrm>
          <a:prstGeom prst="roundRect">
            <a:avLst>
              <a:gd name="adj" fmla="val 6098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16168" y="1737360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1616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38928" y="22128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merge_advisory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38928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代填答案寫進 answers.yaml，標 proposed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87768" y="1572768"/>
            <a:ext cx="2139696" cy="1499616"/>
          </a:xfrm>
          <a:prstGeom prst="roundRect">
            <a:avLst>
              <a:gd name="adj" fmla="val 6098"/>
            </a:avLst>
          </a:prstGeom>
          <a:solidFill>
            <a:srgbClr val="FAE8D6"/>
          </a:solidFill>
          <a:ln w="12700">
            <a:solidFill>
              <a:srgbClr val="FAE8D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56448" y="1737360"/>
            <a:ext cx="402336" cy="402336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5644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79208" y="22128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你驗證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79208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同意改 answered ／ 不追改 deferred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28048" y="1572768"/>
            <a:ext cx="2139696" cy="1499616"/>
          </a:xfrm>
          <a:prstGeom prst="roundRect">
            <a:avLst>
              <a:gd name="adj" fmla="val 6098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96728" y="1737360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9672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19488" y="22128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重跑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619488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iteration +1，已答主題不再重問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3310128"/>
            <a:ext cx="6675120" cy="2286000"/>
          </a:xfrm>
          <a:prstGeom prst="roundRect">
            <a:avLst>
              <a:gd name="adj" fmla="val 4000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77824" y="3493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三種狀態，語意很清楚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" y="3931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084832" y="391363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代填的草稿答案，等你確認 —— 不算已答，會擋收斂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77824" y="44439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answered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084832" y="442569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你確認過（答案可以改）—— 計入收斂，下一輪帶入不重問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77824" y="4956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deferred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084832" y="493776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這題不追了 —— 不擋收斂，但留在檔案裡有紀錄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589520" y="3310128"/>
            <a:ext cx="4032504" cy="2286000"/>
          </a:xfrm>
          <a:prstGeom prst="roundRect">
            <a:avLst>
              <a:gd name="adj" fmla="val 4000"/>
            </a:avLst>
          </a:prstGeom>
          <a:solidFill>
            <a:srgbClr val="18272F"/>
          </a:solidFill>
          <a:ln w="12700">
            <a:solidFill>
              <a:srgbClr val="1827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900416" y="3493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為什麼要你驗證？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900416" y="393192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D6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的猜測在你確認之前不會被餵進下一輪 —— 避免它自己的答案被自己當成事實放大。工具不會自行把 proposed 改成 answered，這是規範裡寫死的一條。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現況盤點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目前狀況：哪些已經可用、哪些還在等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11055096" cy="621792"/>
          </a:xfrm>
          <a:prstGeom prst="roundRect">
            <a:avLst>
              <a:gd name="adj" fmla="val 14706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19072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6733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規則庫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36976" y="1673352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個領域（Common／BLM／CRM／FCM／PLM／SCM）共 41 條；Common 為跨域基線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304288"/>
            <a:ext cx="11055096" cy="621792"/>
          </a:xfrm>
          <a:prstGeom prst="roundRect">
            <a:avLst>
              <a:gd name="adj" fmla="val 14706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432304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23865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兩種模式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36976" y="2386584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design 與 govern 皆已可端到端跑完，含設計問答與治理迭代兩條演進軸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017520"/>
            <a:ext cx="11055096" cy="621792"/>
          </a:xfrm>
          <a:prstGeom prst="roundRect">
            <a:avLst>
              <a:gd name="adj" fmla="val 14706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145536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30998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正式區治理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36976" y="3099816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promote 晉升（附雙碼）、全域血緣圖（循環／基數矛盾／影響分析）、全區健檢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730752"/>
            <a:ext cx="11055096" cy="621792"/>
          </a:xfrm>
          <a:prstGeom prst="roundRect">
            <a:avLst>
              <a:gd name="adj" fmla="val 14706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858768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3813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守門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36976" y="3813048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Actions：Python 3.10／3.11／3.12 跑規則 lint ＋ 卡控動詞／架構／golden 三組測試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43984"/>
            <a:ext cx="11055096" cy="621792"/>
          </a:xfrm>
          <a:prstGeom prst="roundRect">
            <a:avLst>
              <a:gd name="adj" fmla="val 14706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572000"/>
            <a:ext cx="365760" cy="365760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4526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DataHub 整合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236976" y="4526280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七項檢查與報告區塊已完成，API 未接時全部顯示「待接 API」、不影響判定；可用 fixture 先跑通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5157216"/>
            <a:ext cx="11055096" cy="621792"/>
          </a:xfrm>
          <a:prstGeom prst="roundRect">
            <a:avLst>
              <a:gd name="adj" fmla="val 14706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5285232"/>
            <a:ext cx="365760" cy="365760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53312" y="5239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自建 API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236976" y="5239512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授權（ACCESS_GRANT）與品質檢查（QUALITY_CHECK）待接；接上後只需改一個檔案的兩張表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90702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 附兩個可直接跑的範例：input/order/（合格的完整參考）與 input/subscription/（刻意含違規的示範）。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2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2011680"/>
            <a:ext cx="4023360" cy="4023360"/>
          </a:xfrm>
          <a:prstGeom prst="ellipse">
            <a:avLst/>
          </a:prstGeom>
          <a:solidFill>
            <a:srgbClr val="223640"/>
          </a:solidFill>
          <a:ln w="12700">
            <a:solidFill>
              <a:srgbClr val="2236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02996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2231136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推展到各組別與 config 演進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30175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控管、每輪設計開 PR，規則庫越迭代越強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未來運作模式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每一次設計都是一個 PR：把治理接進大家已經熟悉的流程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3538728" cy="1737360"/>
          </a:xfrm>
          <a:prstGeom prst="roundRect">
            <a:avLst>
              <a:gd name="adj" fmla="val 5263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438912" cy="438912"/>
          </a:xfrm>
          <a:prstGeom prst="ellipse">
            <a:avLst/>
          </a:prstGeom>
          <a:solidFill>
            <a:srgbClr val="3D555F"/>
          </a:solidFill>
          <a:ln w="12700">
            <a:solidFill>
              <a:srgbClr val="3D55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828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開分支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59152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組別在自己的 branch 建 input/&lt;主題&gt;/，放三件必備輸入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591056"/>
            <a:ext cx="3538728" cy="1737360"/>
          </a:xfrm>
          <a:prstGeom prst="roundRect">
            <a:avLst>
              <a:gd name="adj" fmla="val 5263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810512"/>
            <a:ext cx="438912" cy="438912"/>
          </a:xfrm>
          <a:prstGeom prst="ellipse">
            <a:avLst/>
          </a:prstGeom>
          <a:solidFill>
            <a:srgbClr val="3D555F"/>
          </a:solidFill>
          <a:ln w="12700">
            <a:solidFill>
              <a:srgbClr val="3D55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2856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11496" y="1828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本地跑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359152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run.py → 補顧問區 → merge_advisory，把報告與 answers.yaml 一起 commit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591056"/>
            <a:ext cx="3538728" cy="1737360"/>
          </a:xfrm>
          <a:prstGeom prst="roundRect">
            <a:avLst>
              <a:gd name="adj" fmla="val 5263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810512"/>
            <a:ext cx="438912" cy="438912"/>
          </a:xfrm>
          <a:prstGeom prst="ellipse">
            <a:avLst/>
          </a:prstGeom>
          <a:solidFill>
            <a:srgbClr val="3D555F"/>
          </a:solidFill>
          <a:ln w="12700">
            <a:solidFill>
              <a:srgbClr val="3D55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828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 PR 給 master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359152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 裡看得到 DDL、關聯、語意描述、判定結果與待答問題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3538728" cy="1737360"/>
          </a:xfrm>
          <a:prstGeom prst="roundRect">
            <a:avLst>
              <a:gd name="adj" fmla="val 5263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767328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3767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37856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自動驗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315968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lint ＋ 三組測試；report.json 的 compliant 可直接當 PR 閘門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547872"/>
            <a:ext cx="3538728" cy="1737360"/>
          </a:xfrm>
          <a:prstGeom prst="roundRect">
            <a:avLst>
              <a:gd name="adj" fmla="val 5263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3767328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62856" y="3767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11496" y="37856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 看重點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562856" y="4315968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reviewer 不再逐行看命名與型別 —— 那些已被閘門擋掉，人只看語意與邊界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83296" y="3547872"/>
            <a:ext cx="3538728" cy="1737360"/>
          </a:xfrm>
          <a:prstGeom prst="roundRect">
            <a:avLst>
              <a:gd name="adj" fmla="val 5263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3767328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3767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37856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Merge 後晉升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315968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promote.py 進 production/，晉升記錄附卡控結果碼與規則版本碼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54126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關鍵：input／config／production 全部是純文字檔，天生適合 git —— 誰在哪一輪改了什麼、為什麼改，都在 commit 歷史裡。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config 演進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config 就是組織的 know-how：每一輪都該比上一輪厚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58384" cy="2377440"/>
          </a:xfrm>
          <a:prstGeom prst="roundRect">
            <a:avLst>
              <a:gd name="adj" fmla="val 3846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6824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分層責任：誰能改什麼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176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config/Common/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214884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平台團隊維護的跨域底線，改動影響所有人 → 嚴審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7249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config/&lt;域&gt;/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23744" y="26974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各組別自治的領域知識：規則／詞彙／SSOT／ERD／流程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735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config/_engine/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523744" y="32461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引擎層設定，不放規則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517904"/>
            <a:ext cx="5358384" cy="2377440"/>
          </a:xfrm>
          <a:prstGeom prst="roundRect">
            <a:avLst>
              <a:gd name="adj" fmla="val 3846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16824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新增一條規則：起草 → 人審 → 採用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176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rules.py draft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14884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用自然語言描述需求，LLM 幫你起草成規則檔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7249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人工審閱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6974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不得跳過審閱直接寫進 knowhow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2735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rules.py adopt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2461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lint 通過才搬進 knowhow，並留下來源紀錄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02336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邊界不變：LLM 只出現在「撰寫規則」的時候；進了 knowhow 之後的執行永遠是確定性的。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443984"/>
            <a:ext cx="11055096" cy="1627632"/>
          </a:xfrm>
          <a:prstGeom prst="roundRect">
            <a:avLst>
              <a:gd name="adj" fmla="val 5618"/>
            </a:avLst>
          </a:prstGeom>
          <a:solidFill>
            <a:srgbClr val="18272F"/>
          </a:solidFill>
          <a:ln w="12700">
            <a:solidFill>
              <a:srgbClr val="1827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96112" y="46085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讓它越迭代越進步的三個機制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9926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規則版控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5285232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rules_history/ 自動記錄每次規則集變更：新增／移除／修改逐條差異＋版本碼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443984" y="49926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漸進收緊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443984" y="5285232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新規則先上 warning 讓大家看見缺口，補得差不多了再調成 blocking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91856" y="49926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Drift 重驗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991856" y="5285232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健檢比對晉升時的規則版本碼與現行版本，過期的主體標記「建議重驗」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2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2011680"/>
            <a:ext cx="4023360" cy="4023360"/>
          </a:xfrm>
          <a:prstGeom prst="ellipse">
            <a:avLst/>
          </a:prstGeom>
          <a:solidFill>
            <a:srgbClr val="223640"/>
          </a:solidFill>
          <a:ln w="12700">
            <a:solidFill>
              <a:srgbClr val="2236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02996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2231136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省下什麼 ｜ 涵蓋的 scope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30175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這一版真正交付的價值與明確的邊界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交付價值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這一版幫大家省下什麼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58384" cy="1316736"/>
          </a:xfrm>
          <a:prstGeom prst="roundRect">
            <a:avLst>
              <a:gd name="adj" fmla="val 6944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55648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省下「去哪查規範」的時間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494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規則就是 config 下的 Markdown，報告每一項直接指到檔案 —— 不必再問資深同事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2784" y="1572768"/>
            <a:ext cx="5358384" cy="1316736"/>
          </a:xfrm>
          <a:prstGeom prst="roundRect">
            <a:avLst>
              <a:gd name="adj" fmla="val 6944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755648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173736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 review 來回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2494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命名、型別、稽核欄、業務鍵這類機械問題在開 PR 前就被擋掉，reviewer 只看語意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90672"/>
            <a:ext cx="5358384" cy="1316736"/>
          </a:xfrm>
          <a:prstGeom prst="roundRect">
            <a:avLst>
              <a:gd name="adj" fmla="val 6944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273552"/>
            <a:ext cx="438912" cy="438912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255264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省下寫設計文件的工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767328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邏輯設計、實體設計、設計故事、ETL 建議檔一次產出，格式統一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2784" y="3090672"/>
            <a:ext cx="5358384" cy="1316736"/>
          </a:xfrm>
          <a:prstGeom prst="roundRect">
            <a:avLst>
              <a:gd name="adj" fmla="val 6944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3273552"/>
            <a:ext cx="438912" cy="438912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0528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77456" y="3255264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省下「有沒有人做過」的打聽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3767328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正式區資產每次起跑自動掃描並列為必讀，重複造表在設計階段就被點出來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608576"/>
            <a:ext cx="5358384" cy="1316736"/>
          </a:xfrm>
          <a:prstGeom prst="roundRect">
            <a:avLst>
              <a:gd name="adj" fmla="val 6944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791456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4791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773168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省下重複的口徑爭論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285232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SSOT／粒度／邊界的結論沉澱成 answers.yaml，答過一次就不再重問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72784" y="4608576"/>
            <a:ext cx="5358384" cy="1316736"/>
          </a:xfrm>
          <a:prstGeom prst="roundRect">
            <a:avLst>
              <a:gd name="adj" fmla="val 6944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0528" y="4791456"/>
            <a:ext cx="438912" cy="438912"/>
          </a:xfrm>
          <a:prstGeom prst="ellipse">
            <a:avLst/>
          </a:prstGeom>
          <a:solidFill>
            <a:srgbClr val="A8452C"/>
          </a:solidFill>
          <a:ln w="12700">
            <a:solidFill>
              <a:srgbClr val="A8452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10528" y="4791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077456" y="4773168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省下上線前的手忙腳亂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510528" y="5285232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owner／標籤／描述／血緣／授權／品質檢查收成一排狀態磚，兩秒看完還缺什麼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涵蓋的 scope：檢查什麼、不檢查什麼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4846320" cy="4297680"/>
          </a:xfrm>
          <a:prstGeom prst="roundRect">
            <a:avLst>
              <a:gd name="adj" fmla="val 2128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73936"/>
            <a:ext cx="420624" cy="42062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擋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77393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閘門會擋（確定性）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59152"/>
            <a:ext cx="43342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結構：ENGINE／ORDER BY／業務鍵／鍵不可為 NULL／稽核欄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命名：snake_case／大小寫／識別碼長度／保留字／主鍵後綴／欄位註解／詞彙字典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最佳實踐：不用 Float／金額用 Decimal／時間帶時區／狀態用 LowCardinality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SSOT：權威歸屬／join key 型別一致／PII 與金額分離／事實重複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血緣：上游表與欄位存在、型別相容、循環、跨域端點、基數對樣本實檢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正式區：全域循環、基數矛盾、影響分析、命名基準比對、複用提醒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50408" y="1554480"/>
            <a:ext cx="2962656" cy="4297680"/>
          </a:xfrm>
          <a:prstGeom prst="roundRect">
            <a:avLst>
              <a:gd name="adj" fmla="val 3086"/>
            </a:avLst>
          </a:prstGeom>
          <a:solidFill>
            <a:srgbClr val="FAE8D6"/>
          </a:solidFill>
          <a:ln w="12700">
            <a:solidFill>
              <a:srgbClr val="FAE8D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88152" y="1773936"/>
            <a:ext cx="420624" cy="420624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88152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73936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顧問只提示（語意）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359152"/>
            <a:ext cx="24505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主體抓對了沒、粒度講得清不清楚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命名的語意是否一致（同名是否同義）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正式區既有主體是否已承載同一件事實（欄名不同也算）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中介資料寫得對不對（描述是否貼切、分級是否相稱）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50224" y="1554480"/>
            <a:ext cx="2971800" cy="4297680"/>
          </a:xfrm>
          <a:prstGeom prst="roundRect">
            <a:avLst>
              <a:gd name="adj" fmla="val 3077"/>
            </a:avLst>
          </a:prstGeom>
          <a:solidFill>
            <a:srgbClr val="EFF2F3"/>
          </a:solidFill>
          <a:ln w="12700">
            <a:solidFill>
              <a:srgbClr val="EFF2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A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87968" y="1773936"/>
            <a:ext cx="420624" cy="420624"/>
          </a:xfrm>
          <a:prstGeom prst="ellipse">
            <a:avLst/>
          </a:prstGeom>
          <a:solidFill>
            <a:srgbClr val="6E7F88"/>
          </a:solidFill>
          <a:ln w="12700">
            <a:solidFill>
              <a:srgbClr val="6E7F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87968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止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177393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這一版不做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906256" y="2359152"/>
            <a:ext cx="245973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不連網 —— 判定只讀 snapshot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不代寫使用者的權威輸入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不自行把 proposed 改成 answered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5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不做資料內容品質監控（樣本只用來輔助判定）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82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223640"/>
          </a:solidFill>
          <a:ln w="12700">
            <a:solidFill>
              <a:srgbClr val="2236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0789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先找一個主題試跑，再決定要不要開給整組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578608"/>
            <a:ext cx="475488" cy="47548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4203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各組挑一個手上正在設計的主題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88950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DDL 就走 govern、只有想法就走 design，一天內看得到第一份報告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511296"/>
            <a:ext cx="475488" cy="47548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511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7472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把試跑中「被擋但其實不該擋」的項目收集起來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8221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那就是 config 要調整的地方 —— 第一輪的價值在校準，不在通過率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443984"/>
            <a:ext cx="475488" cy="475488"/>
          </a:xfrm>
          <a:prstGeom prst="ellipse">
            <a:avLst/>
          </a:prstGeom>
          <a:solidFill>
            <a:srgbClr val="D9791F"/>
          </a:solidFill>
          <a:ln w="12700">
            <a:solidFill>
              <a:srgbClr val="D97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4443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407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把組內的規範寫成規則，開 PR 進 config/&lt;域&gt;/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7548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draft → 人審 → adopt，之後每個人都自動吃到這條 know-how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724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判定用確定性規則，LLM 只給建議 —— 這條線不動，治理才站得住。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dataval — 資料設計治理工具</dc:title>
  <dc:subject>PptxGenJS Presentation</dc:subject>
  <dc:creator>dataval</dc:creator>
  <cp:lastModifiedBy>dataval</cp:lastModifiedBy>
  <cp:revision>1</cp:revision>
  <dcterms:created xsi:type="dcterms:W3CDTF">2026-09-11T07:00:17Z</dcterms:created>
  <dcterms:modified xsi:type="dcterms:W3CDTF">2026-09-11T07:00:17Z</dcterms:modified>
</cp:coreProperties>
</file>